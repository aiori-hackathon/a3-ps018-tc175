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66" r:id="rId4"/>
    <p:sldId id="257" r:id="rId5"/>
    <p:sldId id="26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8" r:id="rId14"/>
    <p:sldId id="269" r:id="rId15"/>
    <p:sldId id="265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26" autoAdjust="0"/>
    <p:restoredTop sz="94660"/>
  </p:normalViewPr>
  <p:slideViewPr>
    <p:cSldViewPr snapToGrid="0" snapToObjects="1" showGuides="1">
      <p:cViewPr varScale="1">
        <p:scale>
          <a:sx n="64" d="100"/>
          <a:sy n="64" d="100"/>
        </p:scale>
        <p:origin x="98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_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137826"/>
            <a:ext cx="10080261" cy="672017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_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_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_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_5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_6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_7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_8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_9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_1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Presentation</Application>
  <PresentationFormat>Widescreen</PresentationFormat>
  <Paragraphs>0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2" baseType="lpstr">
      <vt:lpstr>Arial</vt:lpstr>
      <vt:lpstr>SimSun</vt:lpstr>
      <vt:lpstr>Wingdings</vt:lpstr>
      <vt:lpstr>Arial</vt:lpstr>
      <vt:lpstr>Microsoft YaHei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DELL</cp:lastModifiedBy>
  <cp:revision>3</cp:revision>
  <dcterms:created xsi:type="dcterms:W3CDTF">2013-01-27T09:14:00Z</dcterms:created>
  <dcterms:modified xsi:type="dcterms:W3CDTF">2026-10-14T15:06:34Z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1A72649332B241709DDFB9EDF58F43B0_13</vt:lpwstr>
  </property>
  <property fmtid="{D5CDD505-2E9C-101B-9397-08002B2CF9AE}" pid="3" name="KSOProductBuildVer">
    <vt:lpwstr>1033-12.1.0.28485</vt:lpwstr>
  </property>
</Properties>
</file>